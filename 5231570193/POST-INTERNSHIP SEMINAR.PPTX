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59" r:id="rId7"/>
    <p:sldId id="260" r:id="rId8"/>
    <p:sldId id="268" r:id="rId9"/>
    <p:sldId id="266" r:id="rId10"/>
    <p:sldId id="262" r:id="rId11"/>
    <p:sldId id="264" r:id="rId12"/>
    <p:sldId id="267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46" autoAdjust="0"/>
    <p:restoredTop sz="94660"/>
  </p:normalViewPr>
  <p:slideViewPr>
    <p:cSldViewPr snapToGrid="0">
      <p:cViewPr>
        <p:scale>
          <a:sx n="69" d="100"/>
          <a:sy n="69" d="100"/>
        </p:scale>
        <p:origin x="8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6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6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6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1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9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80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2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0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2F0A3-543C-4E7A-8F65-3F5B6D52F68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C83C2-ACF1-4315-9F0E-6D477DA49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0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66979"/>
            <a:ext cx="12192000" cy="681730"/>
          </a:xfrm>
        </p:spPr>
        <p:txBody>
          <a:bodyPr>
            <a:normAutofit/>
          </a:bodyPr>
          <a:lstStyle/>
          <a:p>
            <a:r>
              <a:rPr lang="en-GB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T Sans "/>
                <a:ea typeface="Bookman Old Style" charset="0"/>
                <a:cs typeface="Times New Roman" panose="02020603050405020304" pitchFamily="18" charset="0"/>
              </a:rPr>
              <a:t>TEACHING PORTFOLIO</a:t>
            </a:r>
            <a:endParaRPr lang="en-US" sz="1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136533"/>
            <a:ext cx="12192000" cy="4356568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br>
              <a:rPr lang="en-US" sz="1200" dirty="0"/>
            </a:br>
            <a:r>
              <a:rPr lang="en-GB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Bookman Old Style" charset="0"/>
                <a:cs typeface="Times New Roman" panose="02020603050405020304" pitchFamily="18" charset="0"/>
              </a:rPr>
              <a:t>UNIVERSITY OF EDUCATION, WINNEBA</a:t>
            </a:r>
          </a:p>
          <a:p>
            <a:pPr>
              <a:lnSpc>
                <a:spcPct val="150000"/>
              </a:lnSpc>
            </a:pPr>
            <a:r>
              <a:rPr lang="en-GB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Bookman Old Style" charset="0"/>
                <a:cs typeface="Times New Roman" panose="02020603050405020304" pitchFamily="18" charset="0"/>
              </a:rPr>
              <a:t>FACULTY OF SCIENCE EDUCATION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Bookman Old Style" charset="0"/>
                <a:cs typeface="Times New Roman" panose="02020603050405020304" pitchFamily="18" charset="0"/>
              </a:rPr>
              <a:t>DEPARTMENT OF ICT EDUCATION</a:t>
            </a:r>
          </a:p>
          <a:p>
            <a:pPr>
              <a:lnSpc>
                <a:spcPct val="150000"/>
              </a:lnSpc>
            </a:pPr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Bookman Old Style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Bookman Old Style" charset="0"/>
                <a:cs typeface="Times New Roman" panose="02020603050405020304" pitchFamily="18" charset="0"/>
              </a:rPr>
              <a:t>NAME: </a:t>
            </a:r>
            <a:r>
              <a:rPr lang="en-GB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Bookman Old Style" charset="0"/>
                <a:cs typeface="Times New Roman" panose="02020603050405020304" pitchFamily="18" charset="0"/>
              </a:rPr>
              <a:t>Dzah Jennifer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Bookman Old Style" charset="0"/>
                <a:cs typeface="Times New Roman" panose="02020603050405020304" pitchFamily="18" charset="0"/>
              </a:rPr>
              <a:t>INDEX NUMBER: </a:t>
            </a:r>
            <a:r>
              <a:rPr lang="en-GB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Bookman Old Style" charset="0"/>
                <a:cs typeface="Times New Roman" panose="02020603050405020304" pitchFamily="18" charset="0"/>
              </a:rPr>
              <a:t>5231570193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PRACTICE: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Winneba Senior High School</a:t>
            </a:r>
            <a:endParaRPr lang="en-GB" sz="28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ea typeface="Bookman Old Style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Mr.'s Esther Gyimah</a:t>
            </a:r>
          </a:p>
          <a:p>
            <a:endParaRPr lang="en-US" sz="2800" b="1" dirty="0"/>
          </a:p>
        </p:txBody>
      </p:sp>
      <p:sp>
        <p:nvSpPr>
          <p:cNvPr id="4" name="Flowchart: Process 3"/>
          <p:cNvSpPr/>
          <p:nvPr/>
        </p:nvSpPr>
        <p:spPr>
          <a:xfrm>
            <a:off x="0" y="-66674"/>
            <a:ext cx="12192000" cy="2203206"/>
          </a:xfrm>
          <a:prstGeom prst="flowChartProcess">
            <a:avLst/>
          </a:prstGeom>
          <a:gradFill>
            <a:gsLst>
              <a:gs pos="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2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844560" y="101112"/>
            <a:ext cx="1975339" cy="1591407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25515" y="1666041"/>
            <a:ext cx="847871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WINNEBA SENIOR HIGH SCHOOL, WINNEBA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7854"/>
            <a:ext cx="9715500" cy="8792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2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652488" y="6476614"/>
            <a:ext cx="15034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B050"/>
                </a:solidFill>
              </a:rPr>
              <a:t>www.winnesec.edu.gh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11071714" y="6567853"/>
            <a:ext cx="1148862" cy="87924"/>
          </a:xfrm>
          <a:prstGeom prst="flowChartProcess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6000">
                <a:srgbClr val="00B050"/>
              </a:gs>
              <a:gs pos="100000">
                <a:srgbClr val="00B050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0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204547"/>
            <a:ext cx="12191999" cy="998326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Post-Internship Presentation ICT Education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" y="316523"/>
            <a:ext cx="12192000" cy="6432326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144" y="2075632"/>
            <a:ext cx="121919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my presentation on my internship experience at Winneba Senior High School. Today I’ll take you through the school’s profile, vision, and mission, then share how I applied my teaching skills in real classroom settings.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38002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825476"/>
            <a:ext cx="13232422" cy="583378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Presentation Outline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0" y="-37263"/>
            <a:ext cx="12192000" cy="6432326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3238" y="1934872"/>
            <a:ext cx="11972726" cy="439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School Profile &amp; Vision (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WINNEBA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SENIOR HIGH SCHOOL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 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photograph (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Still photograph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photograph (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Pictures of academic album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Activities &amp; Challenges (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Key activities undertaken and obstacles encountered.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Lessons &amp; Recommendations (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Insights gained and future suggestions for ICT education.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05958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38262"/>
            <a:ext cx="12192000" cy="842999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latin typeface="Nunito Semi Bold" panose="020B0604020202020204" charset="0"/>
              </a:rPr>
              <a:t>MY GOALS FOR THE INTERNSHIP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68086" y="375910"/>
            <a:ext cx="12077701" cy="6970724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786" y="1767731"/>
            <a:ext cx="12192000" cy="453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my teaching skills by delivering lessons and engaging students in class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ICT knowledge by using basic computer skills to support learning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classroom management and how to handle students professionally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experience to connect what I studied with real teaching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confidence and work well with teachers, staff, and students</a:t>
            </a:r>
          </a:p>
          <a:p>
            <a:pPr>
              <a:lnSpc>
                <a:spcPct val="150000"/>
              </a:lnSpc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4263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406769"/>
            <a:ext cx="12191999" cy="8558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  <a:latin typeface="PT Sans "/>
                <a:cs typeface="Times New Roman" panose="02020603050405020304" pitchFamily="18" charset="0"/>
              </a:rPr>
              <a:t>WINNEBA SENIOR HIGH SCHOOL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</a:t>
            </a:r>
            <a:b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</a:b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Profile and Vision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" y="316523"/>
            <a:ext cx="12192000" cy="6432326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" y="2364902"/>
            <a:ext cx="12192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Winneba Senior High School Established in 1949 as Ghana Secondary and Commercial Academy, Winneba SHS is a mixed-gender public school in Winneba, Central Region. It runs a double-track system and focuses on developing students through self-discipline and self-awareness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2827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204546"/>
            <a:ext cx="12191999" cy="842999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accent5">
                    <a:lumMod val="75000"/>
                  </a:schemeClr>
                </a:solidFill>
                <a:latin typeface="Nunito Semi Bold" panose="020B0604020202020204" charset="0"/>
              </a:rPr>
              <a:t>MY GOALS FOR THE INTERNSHIP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" y="316523"/>
            <a:ext cx="12192000" cy="6432326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-1" y="2116828"/>
            <a:ext cx="12192000" cy="3308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my teaching skills by delivering lessons and engaging students in class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ICT knowledge by using basic computer skills to support learning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classroom management and how to handle students professionally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experience to connect what I studied with real teaching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confidence and work well with teachers, staff, and students</a:t>
            </a:r>
          </a:p>
        </p:txBody>
      </p:sp>
    </p:spTree>
    <p:extLst>
      <p:ext uri="{BB962C8B-B14F-4D97-AF65-F5344CB8AC3E}">
        <p14:creationId xmlns:p14="http://schemas.microsoft.com/office/powerpoint/2010/main" val="394879757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204547"/>
            <a:ext cx="12191999" cy="63648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VISION AND MISSION OF THE SCHOOL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" y="316523"/>
            <a:ext cx="12192000" cy="6432326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4151479"/>
            <a:ext cx="12192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08082"/>
            <a:ext cx="121920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 </a:t>
            </a:r>
            <a:endParaRPr lang="en-US" sz="2000" dirty="0"/>
          </a:p>
          <a:p>
            <a:pPr lvl="1"/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become a world-class second-cycle institution that produces graduates with exceptional leadership and innovative abilities to meet the ever-changing and increasing manpower needs of the nation. </a:t>
            </a:r>
          </a:p>
          <a:p>
            <a:pPr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harness qualified and motivated staff and material resources to create equal opportunities for young boys and girls to develop their inherent potentials through self-awareness, self-discipline, and excellence. 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894478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204546"/>
            <a:ext cx="12191999" cy="842999"/>
          </a:xfrm>
        </p:spPr>
        <p:txBody>
          <a:bodyPr/>
          <a:lstStyle/>
          <a:p>
            <a:pPr algn="ctr"/>
            <a:r>
              <a:rPr lang="en-US" dirty="0"/>
              <a:t>MY DUTIES DURING INTERNSHIP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" y="316523"/>
            <a:ext cx="12192000" cy="6432326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512" y="2201805"/>
            <a:ext cx="12445253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Prepared Excel sheet to record students’ results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Events: Helped organize Carol Service and Inter-School Games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Exams: Assisted in invigilation and printing of learning materials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Support: Conducted prefect elections + registered Form 3 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77790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1470297"/>
            <a:ext cx="12191999" cy="8429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Challenges and Lessons Learned</a:t>
            </a:r>
            <a:br>
              <a:rPr lang="en-US" dirty="0"/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" y="316523"/>
            <a:ext cx="12192000" cy="6432326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3501612"/>
            <a:ext cx="12192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3BEBB5-697E-9816-E4CB-8C3908D60D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E3D536-0F44-1C94-6525-A6E2E74F9993}"/>
              </a:ext>
            </a:extLst>
          </p:cNvPr>
          <p:cNvSpPr txBox="1">
            <a:spLocks/>
          </p:cNvSpPr>
          <p:nvPr/>
        </p:nvSpPr>
        <p:spPr>
          <a:xfrm>
            <a:off x="726830" y="2182482"/>
            <a:ext cx="5181600" cy="466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Classroom management: Controlling large classes was tough at first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management: Balancing teaching, marking, and school duties Tech issues: Limited ICT tools made practical lessons difficult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Adapting my teaching style to different student levels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04DF095-8811-5FA6-99B0-ACFF909F8007}"/>
              </a:ext>
            </a:extLst>
          </p:cNvPr>
          <p:cNvSpPr txBox="1">
            <a:spLocks/>
          </p:cNvSpPr>
          <p:nvPr/>
        </p:nvSpPr>
        <p:spPr>
          <a:xfrm>
            <a:off x="6000750" y="2182482"/>
            <a:ext cx="5181600" cy="50672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 </a:t>
            </a:r>
          </a:p>
          <a:p>
            <a:pPr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Patience: Students learn at different speeds, so patience is key</a:t>
            </a:r>
          </a:p>
          <a:p>
            <a:pPr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Planning: Good lesson planning makes teaching easier</a:t>
            </a:r>
          </a:p>
          <a:p>
            <a:pPr>
              <a:lnSpc>
                <a:spcPct val="1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Teamwork: Working with teachers taught me the value of collaboration  Confidence: The experience built my confidence in public speaking and leadership</a:t>
            </a:r>
          </a:p>
        </p:txBody>
      </p:sp>
    </p:spTree>
    <p:extLst>
      <p:ext uri="{BB962C8B-B14F-4D97-AF65-F5344CB8AC3E}">
        <p14:creationId xmlns:p14="http://schemas.microsoft.com/office/powerpoint/2010/main" val="404621370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204546"/>
            <a:ext cx="12191999" cy="84299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Recommendations and Conclusion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" y="316523"/>
            <a:ext cx="12192000" cy="6432326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7065" y="1985353"/>
            <a:ext cx="12144936" cy="4649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More ICT resources: Schools should provide more computers and projectors for practical lessons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 training: Organize orientation for interns before posting to schools  Student support: Reduce class sizes to help teachers manage students better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supervision: Lecturers should visit interns often for guidance and feedback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internship at Winneba Senior High School was a valuable learning experience. It helped me apply my ICT knowledge, improve my teaching skills, and build confidence. I gained practical experience in classroom management, assessment, and teamwork. This experience has prepared me better for my future career in education.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5956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204547"/>
            <a:ext cx="12191999" cy="519718"/>
          </a:xfrm>
        </p:spPr>
        <p:txBody>
          <a:bodyPr>
            <a:normAutofit fontScale="90000"/>
          </a:bodyPr>
          <a:lstStyle/>
          <a:p>
            <a:pPr algn="ctr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" y="375909"/>
            <a:ext cx="12192000" cy="6372939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D87B290-8EAB-8628-BAD3-21EB3EB0C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28" y="1825625"/>
            <a:ext cx="55110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8709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204546"/>
            <a:ext cx="12191999" cy="842999"/>
          </a:xfrm>
        </p:spPr>
        <p:txBody>
          <a:bodyPr/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4425" y="114300"/>
            <a:ext cx="4543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WINNEBA SENIOR HIGH SCHOOL, WINNEBA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" y="316523"/>
            <a:ext cx="12192000" cy="6432326"/>
            <a:chOff x="1" y="316523"/>
            <a:chExt cx="12192000" cy="6432326"/>
          </a:xfrm>
        </p:grpSpPr>
        <p:sp>
          <p:nvSpPr>
            <p:cNvPr id="5" name="Rectangle 4"/>
            <p:cNvSpPr/>
            <p:nvPr/>
          </p:nvSpPr>
          <p:spPr>
            <a:xfrm>
              <a:off x="1" y="316523"/>
              <a:ext cx="12192000" cy="888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" y="6572249"/>
              <a:ext cx="9658347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9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82149" y="6471850"/>
              <a:ext cx="1971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</a:rPr>
                <a:t>www.winnesec.edu.gh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82350" y="6572249"/>
              <a:ext cx="1009650" cy="742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413238" y="0"/>
            <a:ext cx="627185" cy="62425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7B2C78F-B9D6-7562-E0D7-2A38912F48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18" y="2445119"/>
            <a:ext cx="5403273" cy="373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5773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23892" cy="6858000"/>
          </a:xfrm>
          <a:prstGeom prst="rect">
            <a:avLst/>
          </a:prstGeom>
          <a:gradFill>
            <a:gsLst>
              <a:gs pos="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523892" y="0"/>
            <a:ext cx="5668108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37493" y="1907931"/>
            <a:ext cx="4149969" cy="320040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139354" y="3154188"/>
            <a:ext cx="4633546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 dirty="0"/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3892" y="4132253"/>
            <a:ext cx="5668108" cy="70339"/>
          </a:xfrm>
          <a:prstGeom prst="rect">
            <a:avLst/>
          </a:prstGeom>
          <a:gradFill>
            <a:gsLst>
              <a:gs pos="0">
                <a:schemeClr val="bg1"/>
              </a:gs>
              <a:gs pos="95000">
                <a:srgbClr val="00B050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5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780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Nunito Semi Bold</vt:lpstr>
      <vt:lpstr>PT Sans </vt:lpstr>
      <vt:lpstr>Times New Roman</vt:lpstr>
      <vt:lpstr>Office Theme</vt:lpstr>
      <vt:lpstr>TEACHING PORTFOLIO</vt:lpstr>
      <vt:lpstr>Post-Internship Presentation ICT Education</vt:lpstr>
      <vt:lpstr>Presentation Outline</vt:lpstr>
      <vt:lpstr>MY GOALS FOR THE INTERNSHIP </vt:lpstr>
      <vt:lpstr>WINNEBA SENIOR HIGH SCHOOL  Profile and Vision</vt:lpstr>
      <vt:lpstr>MY GOALS FOR THE INTERNSHIP</vt:lpstr>
      <vt:lpstr>VISION AND MISSION OF THE SCHOOL</vt:lpstr>
      <vt:lpstr>MY DUTIES DURING INTERNSHIP</vt:lpstr>
      <vt:lpstr>Challenges and Lessons Learned </vt:lpstr>
      <vt:lpstr>Recommendations and Conclusion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EMEFA DZAH</cp:lastModifiedBy>
  <cp:revision>39</cp:revision>
  <dcterms:created xsi:type="dcterms:W3CDTF">2024-09-30T23:54:16Z</dcterms:created>
  <dcterms:modified xsi:type="dcterms:W3CDTF">2026-06-22T22:07:11Z</dcterms:modified>
</cp:coreProperties>
</file>